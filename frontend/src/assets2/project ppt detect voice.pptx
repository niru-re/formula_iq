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6"/>
  </p:notesMasterIdLst>
  <p:sldIdLst>
    <p:sldId id="278" r:id="rId3"/>
    <p:sldId id="259" r:id="rId4"/>
    <p:sldId id="274" r:id="rId5"/>
  </p:sldIdLst>
  <p:sldSz cx="12192000" cy="6858000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57CD"/>
    <a:srgbClr val="954ECA"/>
    <a:srgbClr val="8C3FC5"/>
    <a:srgbClr val="7C35B1"/>
    <a:srgbClr val="7E36B4"/>
    <a:srgbClr val="C031ED"/>
    <a:srgbClr val="421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5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CF3282-A6FA-49E3-B4F1-1023AFF5A2E0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DE6B75-5EE8-4EF1-BD15-F56B6E63D9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296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DE6B75-5EE8-4EF1-BD15-F56B6E63D94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135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01-05-2026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01-05-2026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01-05-2026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01-05-2026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01-05-2026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01-05-2026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01-05-2026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01-05-2026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01-05-2026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01-05-2026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01-05-2026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01-05-2026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01-05-2026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01-05-2026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01-05-2026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01-05-2026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01-05-2026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01-05-2026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01-05-2026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01-05-2026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01-05-2026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01-05-2026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  <a:endParaRPr lang="en-IN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 indent="-228600"/>
            <a:r>
              <a:rPr lang="en-US" altLang="en-US" dirty="0"/>
              <a:t>Second level</a:t>
            </a:r>
          </a:p>
          <a:p>
            <a:pPr lvl="2" indent="-228600"/>
            <a:r>
              <a:rPr lang="en-US" altLang="en-US" dirty="0"/>
              <a:t>Third level</a:t>
            </a:r>
          </a:p>
          <a:p>
            <a:pPr lvl="3" indent="-228600"/>
            <a:r>
              <a:rPr lang="en-US" altLang="en-US" dirty="0"/>
              <a:t>Fourth level</a:t>
            </a:r>
          </a:p>
          <a:p>
            <a:pPr lvl="4" indent="-228600"/>
            <a:r>
              <a:rPr lang="en-US" altLang="en-US" dirty="0"/>
              <a:t>Fifth level</a:t>
            </a:r>
            <a:endParaRPr lang="en-I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01-05-2026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  <a:endParaRPr lang="en-IN" alt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 indent="-228600"/>
            <a:r>
              <a:rPr lang="en-US" altLang="en-US" dirty="0"/>
              <a:t>Second level</a:t>
            </a:r>
          </a:p>
          <a:p>
            <a:pPr lvl="2" indent="-228600"/>
            <a:r>
              <a:rPr lang="en-US" altLang="en-US" dirty="0"/>
              <a:t>Third level</a:t>
            </a:r>
          </a:p>
          <a:p>
            <a:pPr lvl="3" indent="-228600"/>
            <a:r>
              <a:rPr lang="en-US" altLang="en-US" dirty="0"/>
              <a:t>Fourth level</a:t>
            </a:r>
          </a:p>
          <a:p>
            <a:pPr lvl="4" indent="-228600"/>
            <a:r>
              <a:rPr lang="en-US" altLang="en-US" dirty="0"/>
              <a:t>Fifth level</a:t>
            </a:r>
            <a:endParaRPr lang="en-I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01-05-2026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nfo.amravati@ghru.edu.i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hyperlink" Target="http://www.ghrietn.raisoni.net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8" name="Subtitle 2"/>
          <p:cNvSpPr txBox="1"/>
          <p:nvPr/>
        </p:nvSpPr>
        <p:spPr>
          <a:xfrm>
            <a:off x="1169988" y="2992438"/>
            <a:ext cx="10031413" cy="3429000"/>
          </a:xfrm>
          <a:prstGeom prst="rect">
            <a:avLst/>
          </a:prstGeom>
        </p:spPr>
        <p:txBody>
          <a:bodyPr>
            <a:normAutofit fontScale="40000" lnSpcReduction="20000"/>
          </a:bodyPr>
          <a:lstStyle/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endParaRPr kumimoji="0" lang="en-US" sz="2600" b="1" u="sng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indent="-274320" algn="ctr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                                 </a:t>
            </a:r>
            <a:r>
              <a:rPr kumimoji="0" lang="en-US" sz="4500" b="1" kern="1200" cap="none" spc="0" normalizeH="0" baseline="0" noProof="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</a:t>
            </a:r>
            <a:r>
              <a:rPr kumimoji="0" lang="en-US" sz="4500" b="1" u="sng" kern="1200" cap="none" spc="0" normalizeH="0" baseline="0" noProof="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Guide</a:t>
            </a:r>
            <a:r>
              <a:rPr kumimoji="0" lang="en-US" sz="4500" b="1" u="sng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		 		                </a:t>
            </a:r>
            <a:endParaRPr kumimoji="0" lang="en-US" sz="4500" b="1" kern="1200" cap="none" spc="0" normalizeH="0" baseline="0" noProof="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indent="-274320" algn="ctr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lang="en-US" sz="5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Guide Name </a:t>
            </a:r>
            <a:endParaRPr lang="en-US" sz="4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endParaRPr kumimoji="0" lang="en-US" sz="9600" b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algn="ctr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endParaRPr lang="en-US" sz="18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algn="ctr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kumimoji="0" lang="en-US" sz="6000" b="1" u="sng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Name of Projectees</a:t>
            </a: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endParaRPr lang="en-US" sz="4500" dirty="0" smtClean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endParaRPr lang="en-US" sz="45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endParaRPr lang="en-US" sz="4500" dirty="0" smtClean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lang="en-US" sz="45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5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kumimoji="0" lang="en-US" sz="4500" b="1" i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4500" b="1" kern="1200" cap="none" spc="0" normalizeH="0" baseline="0" noProof="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                                 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Session </a:t>
            </a:r>
            <a:r>
              <a:rPr kumimoji="0" lang="en-US" sz="4500" b="1" kern="1200" cap="none" spc="0" normalizeH="0" baseline="0" noProof="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2025-26</a:t>
            </a:r>
            <a:endParaRPr kumimoji="0" lang="en-US" sz="2600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077" name="Rectangle 5"/>
          <p:cNvSpPr txBox="1"/>
          <p:nvPr/>
        </p:nvSpPr>
        <p:spPr>
          <a:xfrm>
            <a:off x="1981200" y="2693988"/>
            <a:ext cx="8229600" cy="34163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 Project Title </a:t>
            </a:r>
            <a:r>
              <a:rPr lang="en-US" sz="1800" b="1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altLang="en-US" sz="2400" b="1" i="1" u="sng" dirty="0">
              <a:solidFill>
                <a:srgbClr val="FF0000"/>
              </a:solidFill>
              <a:latin typeface="Castellar" panose="020A0402060406010301" pitchFamily="18" charset="0"/>
              <a:ea typeface="Arial" panose="020B0604020202020204" pitchFamily="34" charset="0"/>
            </a:endParaRPr>
          </a:p>
        </p:txBody>
      </p:sp>
      <p:sp>
        <p:nvSpPr>
          <p:cNvPr id="3078" name="Rectangle 5"/>
          <p:cNvSpPr txBox="1"/>
          <p:nvPr/>
        </p:nvSpPr>
        <p:spPr>
          <a:xfrm>
            <a:off x="1981200" y="1676400"/>
            <a:ext cx="8229600" cy="42473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altLang="en-US" sz="2400" b="1" i="1" dirty="0" smtClean="0">
                <a:latin typeface="Times New Roman" panose="02020603050405020304" pitchFamily="18" charset="0"/>
              </a:rPr>
              <a:t>A  Project </a:t>
            </a:r>
            <a:r>
              <a:rPr lang="en-US" altLang="en-US" sz="2400" b="1" i="1" dirty="0" smtClean="0">
                <a:latin typeface="Times New Roman" panose="02020603050405020304" pitchFamily="18" charset="0"/>
              </a:rPr>
              <a:t> </a:t>
            </a:r>
            <a:endParaRPr lang="en-US" altLang="en-US" sz="2400" b="1" i="1" u="sng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079" name="Rectangle 5"/>
          <p:cNvSpPr txBox="1"/>
          <p:nvPr/>
        </p:nvSpPr>
        <p:spPr>
          <a:xfrm>
            <a:off x="1981200" y="2086610"/>
            <a:ext cx="8229600" cy="425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altLang="en-US" sz="2400" b="1" i="1" dirty="0">
                <a:latin typeface="Times New Roman" panose="02020603050405020304" pitchFamily="18" charset="0"/>
              </a:rPr>
              <a:t>On</a:t>
            </a:r>
            <a:endParaRPr lang="en-US" altLang="en-US" sz="2400" b="1" i="1" u="sng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080" name="Picture 2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3" y="461963"/>
            <a:ext cx="1144587" cy="1101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81" name="Rectangle 8"/>
          <p:cNvSpPr/>
          <p:nvPr/>
        </p:nvSpPr>
        <p:spPr>
          <a:xfrm>
            <a:off x="0" y="156071"/>
            <a:ext cx="12012613" cy="1538883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marL="742950" lvl="1" indent="-285750" defTabSz="914400" eaLnBrk="1" hangingPunct="1">
              <a:spcBef>
                <a:spcPts val="500"/>
              </a:spcBef>
              <a:buFont typeface="Arial" panose="020B0604020202020204" pitchFamily="34" charset="0"/>
              <a:tabLst>
                <a:tab pos="1303655" algn="r"/>
                <a:tab pos="2865755" algn="ctr"/>
                <a:tab pos="5730875" algn="r"/>
              </a:tabLst>
            </a:pPr>
            <a:r>
              <a:rPr lang="en-US" altLang="en-US" sz="2300" b="1" dirty="0">
                <a:solidFill>
                  <a:srgbClr val="AB0000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en-US" sz="2300" b="1" dirty="0" smtClean="0">
                <a:solidFill>
                  <a:srgbClr val="AB0000"/>
                </a:solidFill>
                <a:latin typeface="Times New Roman" panose="02020603050405020304" pitchFamily="18" charset="0"/>
              </a:rPr>
              <a:t>                               </a:t>
            </a:r>
            <a:r>
              <a:rPr lang="en-US" alt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</a:rPr>
              <a:t>G H RAISONI UNIVERSITY, AMRAVATI</a:t>
            </a:r>
            <a:r>
              <a:rPr lang="en-US" altLang="en-US" sz="2300" b="1" dirty="0" smtClean="0">
                <a:solidFill>
                  <a:srgbClr val="AB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 smtClean="0">
                <a:solidFill>
                  <a:srgbClr val="AB0000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en-US" sz="2400" b="1" dirty="0" smtClean="0">
                <a:solidFill>
                  <a:srgbClr val="AB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600" b="1" dirty="0" smtClean="0">
                <a:solidFill>
                  <a:srgbClr val="AB0000"/>
                </a:solidFill>
                <a:latin typeface="Times New Roman" panose="02020603050405020304" pitchFamily="18" charset="0"/>
              </a:rPr>
              <a:t>                                                                                       </a:t>
            </a:r>
            <a:endParaRPr lang="en-US" altLang="en-US" sz="1600" b="1" dirty="0">
              <a:solidFill>
                <a:srgbClr val="AB0000"/>
              </a:solidFill>
              <a:latin typeface="Times New Roman" panose="02020603050405020304" pitchFamily="18" charset="0"/>
            </a:endParaRPr>
          </a:p>
          <a:p>
            <a:r>
              <a:rPr lang="en-US" b="1" dirty="0" smtClean="0"/>
              <a:t>                                          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Raisoni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Nagar,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Anjangaon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Bari Road, Amravati, Pin: 444701(MH)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Phone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+91-8799928631/ +91-8799928630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Email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b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info.amravati@ghru.edu.in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Web: - </a:t>
            </a:r>
            <a:r>
              <a:rPr lang="en-IN" sz="1600" b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www.gh</a:t>
            </a:r>
            <a:r>
              <a:rPr lang="en-US" sz="1600" b="1" u="sng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ru</a:t>
            </a:r>
            <a:r>
              <a:rPr lang="en-IN" sz="1600" b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.</a:t>
            </a:r>
            <a:r>
              <a:rPr lang="en-US" sz="1600" b="1" u="sng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edu</a:t>
            </a: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.</a:t>
            </a:r>
            <a:r>
              <a:rPr lang="en-IN" sz="1600" b="1" u="sng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i</a:t>
            </a: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914400" eaLnBrk="0" hangingPunct="0">
              <a:buFont typeface="Arial" panose="020B0604020202020204" pitchFamily="34" charset="0"/>
              <a:tabLst>
                <a:tab pos="1303655" algn="r"/>
                <a:tab pos="2865755" algn="ctr"/>
                <a:tab pos="5730875" algn="r"/>
              </a:tabLst>
            </a:pPr>
            <a:r>
              <a:rPr lang="en-US" sz="2000" b="1" dirty="0" smtClean="0">
                <a:latin typeface="Times New Roman" panose="02020603050405020304" pitchFamily="18" charset="0"/>
              </a:rPr>
              <a:t>Department of BCA</a:t>
            </a:r>
          </a:p>
        </p:txBody>
      </p:sp>
      <p:pic>
        <p:nvPicPr>
          <p:cNvPr id="12" name="Picture 11"/>
          <p:cNvPicPr/>
          <p:nvPr/>
        </p:nvPicPr>
        <p:blipFill>
          <a:blip r:embed="rId5"/>
          <a:stretch>
            <a:fillRect/>
          </a:stretch>
        </p:blipFill>
        <p:spPr>
          <a:xfrm>
            <a:off x="214313" y="263236"/>
            <a:ext cx="2362632" cy="13004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8" name="Title 1"/>
          <p:cNvSpPr txBox="1"/>
          <p:nvPr/>
        </p:nvSpPr>
        <p:spPr bwMode="auto">
          <a:xfrm>
            <a:off x="428625" y="5343525"/>
            <a:ext cx="104457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 txBox="1"/>
          <p:nvPr/>
        </p:nvSpPr>
        <p:spPr bwMode="auto">
          <a:xfrm>
            <a:off x="428625" y="1041400"/>
            <a:ext cx="10445750" cy="58166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Autofit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</a:rPr>
              <a:t>Title                                                                                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</a:rPr>
              <a:t>Introduction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</a:rPr>
              <a:t>Literature Review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</a:rPr>
              <a:t>Research Gap from Literature Review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</a:rPr>
              <a:t>Problem Statement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</a:rPr>
              <a:t>Aim and Objectives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</a:rPr>
              <a:t>Scope and Limitations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</a:rPr>
              <a:t>Problem Statement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</a:rPr>
              <a:t>Chapter Scheme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</a:rPr>
              <a:t>Expected Result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</a:rPr>
              <a:t>References</a:t>
            </a:r>
            <a:endParaRPr lang="en-IN" sz="1800" dirty="0">
              <a:latin typeface="Times New Roman" panose="02020603050405020304" pitchFamily="18" charset="0"/>
            </a:endParaRPr>
          </a:p>
        </p:txBody>
      </p:sp>
      <p:sp>
        <p:nvSpPr>
          <p:cNvPr id="12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9A57CD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314" name="Title 1"/>
          <p:cNvSpPr txBox="1"/>
          <p:nvPr/>
        </p:nvSpPr>
        <p:spPr>
          <a:xfrm>
            <a:off x="2251075" y="1069975"/>
            <a:ext cx="7239000" cy="9080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endParaRPr lang="en-US" altLang="en-US" sz="3900" dirty="0">
              <a:solidFill>
                <a:srgbClr val="52525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766888" y="1978025"/>
            <a:ext cx="8207375" cy="18621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500" b="1" i="1" u="none" strike="noStrike" kern="1200" cap="none" spc="0" normalizeH="0" baseline="0" noProof="0" dirty="0">
                <a:ln w="3175"/>
                <a:solidFill>
                  <a:srgbClr val="7030A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Bodoni MT" panose="02070603080606020203" pitchFamily="18" charset="0"/>
                <a:ea typeface="+mn-ea"/>
                <a:cs typeface="+mn-cs"/>
              </a:rPr>
              <a:t>Thank you !</a:t>
            </a:r>
            <a:endParaRPr kumimoji="0" lang="en-IN" sz="11500" b="1" i="1" u="none" strike="noStrike" kern="1200" cap="none" spc="0" normalizeH="0" baseline="0" noProof="0" dirty="0">
              <a:ln w="3175"/>
              <a:solidFill>
                <a:srgbClr val="7030A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uLnTx/>
              <a:uFillTx/>
              <a:latin typeface="Bodoni MT" panose="02070603080606020203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1627</TotalTime>
  <Words>86</Words>
  <Application>Microsoft Office PowerPoint</Application>
  <PresentationFormat>Widescreen</PresentationFormat>
  <Paragraphs>33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</vt:lpstr>
      <vt:lpstr>Bodoni MT</vt:lpstr>
      <vt:lpstr>Calibri</vt:lpstr>
      <vt:lpstr>Calibri Light</vt:lpstr>
      <vt:lpstr>Castellar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user1</dc:creator>
  <cp:lastModifiedBy>DELL</cp:lastModifiedBy>
  <cp:revision>118</cp:revision>
  <cp:lastPrinted>2018-01-20T12:20:00Z</cp:lastPrinted>
  <dcterms:created xsi:type="dcterms:W3CDTF">2018-01-20T09:03:00Z</dcterms:created>
  <dcterms:modified xsi:type="dcterms:W3CDTF">2026-05-01T09:43:33Z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1033-11.2.0.10258</vt:lpwstr>
  </property>
  <property fmtid="{D5CDD505-2E9C-101B-9397-08002B2CF9AE}" pid="3" name="ICV">
    <vt:lpwstr>E8D44B7623514F2E894E82A1D1A1801D</vt:lpwstr>
  </property>
</Properties>
</file>